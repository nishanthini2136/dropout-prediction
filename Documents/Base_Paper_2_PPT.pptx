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93" r:id="rId4"/>
    <p:sldId id="296" r:id="rId5"/>
    <p:sldId id="310" r:id="rId6"/>
    <p:sldId id="297" r:id="rId7"/>
    <p:sldId id="289" r:id="rId8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16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E7E87A8-D07C-D2B2-67F3-28B9734B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AD889DA-79A9-9F55-0A3F-CBB0ED48E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A695A20-9CFE-54C6-0773-8ED18D597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91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A40300A-0AC0-9A31-2451-B5536A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1DD5EAF-C01E-0A20-0FD5-051ED736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E7C28B8-BAD5-6EA0-89C3-67E4B606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777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40F5AAD-CC53-7D35-1D5C-93AF6207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05DB6ED-35DF-ED3D-1902-7FECAFEC9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8C917DE-AD4F-53AD-35E2-F98C5F10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20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310852" y="5460021"/>
            <a:ext cx="3461461" cy="41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RITHANYA R - 23CSR177 </a:t>
            </a:r>
            <a:endParaRPr sz="18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89295" y="1676624"/>
            <a:ext cx="5746701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</a:t>
            </a:r>
            <a:r>
              <a:rPr lang="en-IN" sz="23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3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62645" y="5095732"/>
            <a:ext cx="27243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82831" y="2806201"/>
            <a:ext cx="724653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30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Student Dropout in Online Courses Using Ensemble Deep Reinforcement Learning</a:t>
            </a: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9966690A-A152-3F69-6987-6179CC0B1212}"/>
              </a:ext>
            </a:extLst>
          </p:cNvPr>
          <p:cNvSpPr txBox="1"/>
          <p:nvPr/>
        </p:nvSpPr>
        <p:spPr>
          <a:xfrm>
            <a:off x="2430419" y="5049609"/>
            <a:ext cx="214158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M. Geetha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CBA3DD8-B2D3-F32C-B0C6-E9DD0033D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681E362-87F2-293A-0076-0DA300A02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E0E34D-CF40-0E4F-491B-BFCA4B32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267" y="80008"/>
            <a:ext cx="5388077" cy="1417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8A03BF-E05E-5F0A-79EE-BAEAE30CC562}"/>
              </a:ext>
            </a:extLst>
          </p:cNvPr>
          <p:cNvSpPr txBox="1"/>
          <p:nvPr/>
        </p:nvSpPr>
        <p:spPr>
          <a:xfrm>
            <a:off x="2430419" y="5665121"/>
            <a:ext cx="3566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Professor/CSE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7A8FEEF0-94EE-4DCC-1F8F-B2CEDF19C0AA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F43F256D-B354-4FF4-BDDC-EA9921053D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9128" y="788679"/>
            <a:ext cx="1476375" cy="1381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7A485D-C06C-A07E-3A98-9870C73AB22C}"/>
              </a:ext>
            </a:extLst>
          </p:cNvPr>
          <p:cNvSpPr txBox="1"/>
          <p:nvPr/>
        </p:nvSpPr>
        <p:spPr>
          <a:xfrm>
            <a:off x="4329580" y="2283750"/>
            <a:ext cx="27530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67176" y="440232"/>
            <a:ext cx="8157299" cy="78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AND PROBLEM</a:t>
            </a:r>
            <a:b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</a:t>
            </a:r>
            <a:endParaRPr sz="2700"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993256" y="1533831"/>
            <a:ext cx="7905137" cy="475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 (MOOCs) provide flexible education but experience high student dropout rates.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 identification of at-risk learners helps improve retention through timely interventions.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and DL models have limitations in feature selection and adapting to changing learner behaviour.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EDRL framework combines Reinforcement Learning, LSTM, and Ensemble Learning for accurate dropout prediction.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4D483A76-2C2C-3748-EB05-DF5BE045EEB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037" y="382230"/>
            <a:ext cx="5734105" cy="36512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C202619-A6A8-E3A9-CB8B-933D342BE82E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C76BE-DC5E-056C-7442-474779392CB0}"/>
              </a:ext>
            </a:extLst>
          </p:cNvPr>
          <p:cNvSpPr txBox="1"/>
          <p:nvPr/>
        </p:nvSpPr>
        <p:spPr>
          <a:xfrm>
            <a:off x="956188" y="747355"/>
            <a:ext cx="669331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OULAD (Open University Learning Analytics Dataset) 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Imputation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Standardization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Feature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DDQN (Double Deep Q-Network)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&amp; Reward-based Feature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Selection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Temporal Learning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Gradient-Boosted Ensemble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65CC6-BE3E-B83F-29F0-965658DCA47E}"/>
              </a:ext>
            </a:extLst>
          </p:cNvPr>
          <p:cNvSpPr txBox="1"/>
          <p:nvPr/>
        </p:nvSpPr>
        <p:spPr>
          <a:xfrm>
            <a:off x="5478506" y="4091140"/>
            <a:ext cx="3293807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Dropout Prediction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Intervention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Alerts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BFD1B-9857-9083-C992-8A89DD71AA68}"/>
              </a:ext>
            </a:extLst>
          </p:cNvPr>
          <p:cNvSpPr txBox="1"/>
          <p:nvPr/>
        </p:nvSpPr>
        <p:spPr>
          <a:xfrm>
            <a:off x="1494502" y="5860217"/>
            <a:ext cx="26547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6064C28-75DA-684D-D6B2-35FC15B6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7CAD1F9-C9AA-8D96-6C18-2ECC6EF8A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6604" y="620630"/>
            <a:ext cx="7884367" cy="80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 OF THE EDRL FRAMEWORK</a:t>
            </a:r>
            <a:endParaRPr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F7507FB-311E-7B46-54C9-93BA7C2A7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81635" y="1698835"/>
            <a:ext cx="8765457" cy="4756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Feature Selection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Deep Q-Network (DDQN)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student behaviour over time.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combining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prediction.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early intervention alerts.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End-to-End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feature selection, prediction, and intervention in a single pipeline.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EF219F-9AD7-A828-780F-7750A3440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78" y="-4916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70E96E4F-60D7-6C99-BBB0-98EFC88B6EC7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65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1FA866-564A-355F-9AA9-EFA096B9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492BAE0-D6DA-F294-8035-40BB20BFC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619" y="458278"/>
            <a:ext cx="7884367" cy="5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9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AND PERFORMANCE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1417E9F-BBDA-4F60-4E46-77A666FA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3058" y="1398338"/>
            <a:ext cx="7884368" cy="221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94.7%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94.2%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93.7%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93.9%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0.971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685800-255B-1DEF-EF9D-0E0C2B2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5D8CE27-ACCC-0CA7-94EE-8F8DCF4B673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A7A34-D6AC-5F62-BC37-998BACE9963E}"/>
              </a:ext>
            </a:extLst>
          </p:cNvPr>
          <p:cNvSpPr txBox="1"/>
          <p:nvPr/>
        </p:nvSpPr>
        <p:spPr>
          <a:xfrm>
            <a:off x="1108619" y="3780234"/>
            <a:ext cx="746268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improves student retention.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Feature Selection enhances model performance.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interventions increase learner engagement.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outperformed the Genetic Algorithm in prediction accuracy.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4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CFAAC2-64D6-E1E1-BCC5-108750E4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D907554-39ED-5512-169A-D0068C0CE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687326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CE71296-434B-54F9-7096-995FAD69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7259" y="1941301"/>
            <a:ext cx="8529481" cy="3997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ML-DL framework enables early dropout prediction and personalized learning interventions, improving student engagement and retention. Future work includes Explainable AI, real-time prediction, AI-driven recommendations and adaptive learning support.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C7A55-11D4-BBD3-2B0F-F0E127A6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8FCA90E-DA8C-08D8-5265-C20787A8EC3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740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1905895" y="2408345"/>
            <a:ext cx="5507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81FCBF3A-57F9-8DE6-44A4-36CEE7280C2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347</Words>
  <Application>Microsoft Office PowerPoint</Application>
  <PresentationFormat>On-screen Show (4:3)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INTRODUCTION AND PROBLEM  STATEMENT</vt:lpstr>
      <vt:lpstr>PROPOSED METHODOLOGY</vt:lpstr>
      <vt:lpstr>KEY INNOVATIONS OF THE EDRL FRAMEWORK</vt:lpstr>
      <vt:lpstr>RESULTS AND PERFORMANCE</vt:lpstr>
      <vt:lpstr>CONCLUSION AND FUTURE 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Nanthitha Ponnusamy</dc:creator>
  <cp:lastModifiedBy>Rithanya R</cp:lastModifiedBy>
  <cp:revision>33</cp:revision>
  <dcterms:modified xsi:type="dcterms:W3CDTF">2026-06-28T16:34:34Z</dcterms:modified>
</cp:coreProperties>
</file>